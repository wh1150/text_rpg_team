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5D2AB8-4B8A-4EE9-B20B-5721CB0AC8F6}" v="5" dt="2026-05-28T06:38:28.7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26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C5E3E-32A9-608B-E937-E0B4CF71D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5C1B46-AC27-008A-3F34-955A0A118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AF0DFC-166F-14BF-3B79-23441B3E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B8324B-A674-CB30-12F3-84B8DDDFE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F683B8-2176-A40C-5CB5-055D5E74B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17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1987FD-DE56-68A7-9ECB-FDC9E7019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1B423-9FCD-23D7-C249-350A5A4C1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4D3CB7-6913-B3B3-3368-0F959F5A7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01393-BE2A-70FF-3B86-732FBCA5B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FB82C7-0397-C8BF-D298-942F178D3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786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A71A3-85FD-12D0-F408-C952DA9DD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378CB2-1CA6-4592-F742-45ABC8555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8FE938-D04A-B62D-30B1-FF26EB90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F138B5-94BC-FAD2-6109-8CD7702E7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2123F6-B576-972F-7D5A-B1DB0269D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419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26BF8C-1917-0043-1C72-E476F96A9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B737F8-BDD8-FB8D-0809-47ECF72C9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CFD86E-8E3D-BDF7-14FF-C75975E41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5CB3E3-3985-41CA-2D90-CBC1407C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A84D3C-CA9F-D0EB-1DCA-6722CC690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582EA3-ADCC-A08F-34D3-2D1BA754C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71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762A94-D5CA-BE7C-E868-19AFBD0EB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068983-C859-C546-7DF7-36DD9CD7D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D747A0-4AB1-1B68-9520-16A880046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503C2C1-7B30-455C-63E4-2D0785BF0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4679D0-D587-875D-03F3-4D637CAC1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65EA0C2-0CF6-688A-B0C2-5D40B6558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46D0C0D-25D3-1062-A8DF-67D646FE6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A0F240-9124-57C8-8A5A-D42CF27E7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58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0737E8-1F8E-ADFB-F4EE-67D27249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EB0D84-F4F7-E1E9-DAAF-5F8CCA625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B3F4D80-BCD6-C139-A9C4-BB6A8F11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C1ABC3-208C-B474-2640-AF40602FA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331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4F84C6-6A97-3B95-3073-247A47DCD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AD2B5C3-9726-4EEE-C284-72DECA2B3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09A3D5-00B8-9ACD-B6D4-DB48A0BF2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85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7E88D3-8851-CE7D-F03B-8EAD3E2DC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10E002-8BEF-8F46-C02F-E1EEE377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FC054F-D58F-D5F9-6D3B-18529548F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C850D7-9B1A-D1F7-8530-62175147A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6310A4-22EC-0366-05D5-B3F146B15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531FAB-AA4F-3FFF-10D7-E9D510854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918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DECF0-AE8C-1115-7E5E-48E225264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4A8BB69-353A-AB81-F9D5-B76806CD6F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B819F5-90A3-FF3A-0284-5716312E3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01435C-7C3D-AEA5-3EBD-D53E31814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8B1E33-B4F2-5421-0191-7A96D6AA6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6F5E5B-9DF6-4138-20B3-A0A8311DF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893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893B0-72BE-2393-7091-4DAE1725E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0FC530-2636-E209-1960-744AA44AE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E21EB4-19CB-A7CC-B346-E9C673624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07D059-B438-EC8D-DB8B-72AB160B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D86E62-D107-09A1-F1AB-541521525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205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621708B-2182-95F6-68C0-DB5795CC9A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24C3F0-7FD2-7166-B617-8A7871C9C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B5D7FC-9999-9BA9-FC38-B9687E266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DDD66D-3D0D-5B61-2289-051D80C2A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65B299-A2FF-8ABD-CD2D-A220E84AB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16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352BAA-AB89-B05B-6656-C1D5248DA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55615E-3A98-4B8E-DC49-A860FBEB2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34F542-4757-C54F-EA1E-AAE502C59B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C37305-3363-5656-45A3-C73B58B78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C1FBBC-D27A-6379-6803-782AFD6AB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605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팀 프로젝트 C++ 콘솔 RPG">
            <a:extLst>
              <a:ext uri="{FF2B5EF4-FFF2-40B4-BE49-F238E27FC236}">
                <a16:creationId xmlns:a16="http://schemas.microsoft.com/office/drawing/2014/main" id="{AC79A095-A942-4B3E-6AA5-451ED57D2D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0F7D53-203E-C437-71B6-FACCDD796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007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6258E-FC8F-9086-B0A5-27680BD21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77F17A-EE31-9CD4-4E91-CB522FCE9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85ACA6-2279-86BF-9735-057CE9284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03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E2638D-ED9E-4152-EE10-D191B47D3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291C0B-E77D-1F50-EF65-B2FE09ABA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059334A-50C4-D6AA-D22F-12747EC84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8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7A032-92E3-3BB0-5760-9783DD60C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5A1FFE-E886-3DC0-9EB7-58491A74B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5FF13A9-13CB-97DC-DCDB-65E9BC7FC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10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C6D31-3589-6A78-CACF-1083C9B7F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66C033DE-8DD2-B42A-7700-6ED13E9826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423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E4AAB2-B6BD-50E2-E66F-CCA1CE69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C4E444A-B55A-7D48-F462-52D03E31D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01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DABC3-1E11-87BA-5516-22B2C8970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13BF5B-4448-F113-9EB4-C0F6404D6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FC4B4D-4D5B-A64C-6956-35E2EFF6E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935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9D38C0-9528-40A3-3A45-042E9BAB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1153A0-C4FD-9804-49F5-35B4915A2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0BFD4C-5D06-25F6-43F9-A51A65C11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718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B971C-6406-6C1B-10D4-D0BD5E98A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10AF6E-75BF-555B-F5C2-713EB8D1E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1E96130-C3E9-D2C2-C7B7-335C07457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63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E4614-33F2-71AF-E3CE-5DCAC56E5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0743D3-D4AA-3995-96B8-045F0F215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DAA9082-E293-27D0-550F-8BBF2DAE2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99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원혁 황</dc:creator>
  <cp:lastModifiedBy>원혁 황</cp:lastModifiedBy>
  <cp:revision>2</cp:revision>
  <dcterms:created xsi:type="dcterms:W3CDTF">2026-05-28T01:35:21Z</dcterms:created>
  <dcterms:modified xsi:type="dcterms:W3CDTF">2026-05-28T06:43:31Z</dcterms:modified>
</cp:coreProperties>
</file>